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200"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sz="2200">
                <a:latin typeface="Microsoft YaHe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2200">
                <a:latin typeface="Microsoft YaHei"/>
              </a:defRPr>
            </a:pPr>
            <a:r>
              <a:rPr lang="en-US" smtClean="0"/>
              <a:t>Second level</a:t>
            </a:r>
          </a:p>
          <a:p>
            <a:pPr lvl="2">
              <a:defRPr sz="2200">
                <a:latin typeface="Microsoft YaHei"/>
              </a:defRPr>
            </a:pPr>
            <a:r>
              <a:rPr lang="en-US" smtClean="0"/>
              <a:t>Third level</a:t>
            </a:r>
          </a:p>
          <a:p>
            <a:pPr lvl="3">
              <a:defRPr sz="2200">
                <a:latin typeface="Microsoft YaHei"/>
              </a:defRPr>
            </a:pPr>
            <a:r>
              <a:rPr lang="en-US" smtClean="0"/>
              <a:t>Fourth level</a:t>
            </a:r>
          </a:p>
          <a:p>
            <a:pPr lvl="4">
              <a:defRPr sz="2200">
                <a:latin typeface="Microsoft YaHe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 sz="2200"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 sz="2200"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 sz="2200"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